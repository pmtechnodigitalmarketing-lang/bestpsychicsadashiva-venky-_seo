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e199a2ec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e199a2ec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199a2ec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e199a2ec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e199a2ec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e199a2ec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e199a2ec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e199a2ec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e199a2ec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e199a2ec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e199a2ec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e199a2ec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199a2ec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e199a2ec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e199a2ec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e199a2ec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199a2e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e199a2e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e199a2ec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e199a2ec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e199a2ec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e199a2ec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636900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r>
              <a:rPr b="1" lang="en-GB">
                <a:solidFill>
                  <a:schemeClr val="dk1"/>
                </a:solidFill>
              </a:rPr>
              <a:t>SEO REPORT</a:t>
            </a:r>
            <a:r>
              <a:rPr lang="en-GB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7 March 2026 – 7 April 2026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64">
                <a:solidFill>
                  <a:schemeClr val="dk1"/>
                </a:solidFill>
              </a:rPr>
              <a:t>https://bestpsychicsadashiva.com/</a:t>
            </a:r>
            <a:r>
              <a:rPr lang="en-GB"/>
              <a:t> </a:t>
            </a:r>
            <a:endParaRPr/>
          </a:p>
        </p:txBody>
      </p:sp>
      <p:pic>
        <p:nvPicPr>
          <p:cNvPr id="55" name="Google Shape;55;p13" title="Screenshot 2026-04-09 1555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975" y="744575"/>
            <a:ext cx="6019000" cy="14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725475" y="3324775"/>
            <a:ext cx="643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1991700" cy="572700"/>
          </a:xfrm>
          <a:prstGeom prst="rect">
            <a:avLst/>
          </a:prstGeom>
          <a:solidFill>
            <a:srgbClr val="E06666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b="1" lang="en-GB" sz="1900">
                <a:solidFill>
                  <a:schemeClr val="dk1"/>
                </a:solidFill>
              </a:rPr>
              <a:t>Google Search Console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                             ● </a:t>
            </a:r>
            <a:r>
              <a:rPr lang="en-GB">
                <a:solidFill>
                  <a:schemeClr val="dk1"/>
                </a:solidFill>
              </a:rPr>
              <a:t>Over view of preformance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                              ● </a:t>
            </a:r>
            <a:r>
              <a:rPr lang="en-GB">
                <a:solidFill>
                  <a:schemeClr val="dk1"/>
                </a:solidFill>
              </a:rPr>
              <a:t>GSC Queries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                              ● </a:t>
            </a:r>
            <a:r>
              <a:rPr lang="en-GB">
                <a:solidFill>
                  <a:schemeClr val="dk1"/>
                </a:solidFill>
              </a:rPr>
              <a:t>Page index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                                 ● </a:t>
            </a:r>
            <a:r>
              <a:rPr lang="en-GB">
                <a:solidFill>
                  <a:schemeClr val="dk1"/>
                </a:solidFill>
              </a:rPr>
              <a:t>Links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 view of preformance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6-04-09 1608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9143999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GSC Queries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Screenshot 2026-04-09 1609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4"/>
            <a:ext cx="9144001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Screenshot 2026-04-09 1609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75" y="354375"/>
            <a:ext cx="9144001" cy="421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Indexing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Screenshot 2026-04-09 1623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9144001" cy="42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166750"/>
            <a:ext cx="8520600" cy="6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Index page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 title="Screenshot 2026-04-09 1619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6"/>
            <a:ext cx="9144001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13650"/>
            <a:ext cx="85206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Index pages Reason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Screenshot 2026-04-09 162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8450"/>
            <a:ext cx="9144001" cy="419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44925"/>
            <a:ext cx="8520600" cy="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Google Search Console Connects the Top Pages   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 title="Screenshot 2026-04-09 1630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251"/>
            <a:ext cx="9144000" cy="410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 title="Screenshot 2026-04-09 163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600"/>
            <a:ext cx="9144000" cy="45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166750"/>
            <a:ext cx="8520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External links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 title="Screenshot 2026-04-09 1620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4075"/>
            <a:ext cx="9144002" cy="40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151125"/>
            <a:ext cx="85206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Internal links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 title="Screenshot 2026-04-09 1620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07750"/>
            <a:ext cx="8520601" cy="376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